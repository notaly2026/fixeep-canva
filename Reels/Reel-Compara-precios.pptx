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000250"/>
            <a:ext cx="952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anrope"/>
              </a:rPr>
              <a:t>Necesito 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857500"/>
            <a:ext cx="9525000" cy="1333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Manrope"/>
              </a:rPr>
              <a:t>gasfíter</a:t>
            </a:r>
          </a:p>
        </p:txBody>
      </p:sp>
      <p:pic>
        <p:nvPicPr>
          <p:cNvPr id="5" name="Picture 4" descr="ca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8382000"/>
            <a:ext cx="6286500" cy="6286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0075" y="6324600"/>
            <a:ext cx="2514600" cy="1066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7855F8"/>
                </a:solidFill>
                <a:latin typeface="Manrope"/>
              </a:rPr>
              <a:t>$45.000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2325" y="6038850"/>
            <a:ext cx="2514600" cy="1066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7855F8"/>
                </a:solidFill>
                <a:latin typeface="Manrope"/>
              </a:rPr>
              <a:t>$52.000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2450" y="12134850"/>
            <a:ext cx="2514600" cy="1066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7855F8"/>
                </a:solidFill>
                <a:latin typeface="Manrope"/>
              </a:rPr>
              <a:t>$38.000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875" y="12344400"/>
            <a:ext cx="2857500" cy="1219200"/>
          </a:xfrm>
          <a:prstGeom prst="roundRect">
            <a:avLst/>
          </a:prstGeom>
          <a:solidFill>
            <a:srgbClr val="7855F8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Manrope"/>
              </a:rPr>
              <a:t>$30.000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15125" y="11715750"/>
            <a:ext cx="1905000" cy="495300"/>
          </a:xfrm>
          <a:prstGeom prst="round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✓ Mejor precio</a:t>
            </a:r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16859250"/>
            <a:ext cx="2095500" cy="1057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