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892808" cy="373380"/>
          </a:xfrm>
          <a:prstGeom prst="roundRect">
            <a:avLst>
              <a:gd name="adj" fmla="val 50000"/>
            </a:avLst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Manrope"/>
              </a:rPr>
              <a:t>Llegó Fixeep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715897"/>
            <a:ext cx="137160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73097"/>
            <a:ext cx="6675120" cy="257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0B0A1F"/>
                </a:solidFill>
                <a:latin typeface="Manrope"/>
              </a:rPr>
              <a:t>Encuentra al maestro para tu hogar.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026025"/>
            <a:ext cx="6675120" cy="2356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B0A1F"/>
                </a:solidFill>
                <a:latin typeface="Manrope"/>
              </a:rPr>
              <a:t>Publica gratis y hasta 4 maestros verificados de tu comuna te cotizan. Sin cuenta, sin comisiones.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8321040"/>
            <a:ext cx="4114800" cy="841248"/>
          </a:xfrm>
          <a:prstGeom prst="roundRect">
            <a:avLst>
              <a:gd name="adj" fmla="val 50000"/>
            </a:avLst>
          </a:prstGeom>
          <a:solidFill>
            <a:srgbClr val="0B0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8321040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00E5E8"/>
                </a:solidFill>
                <a:latin typeface="Manrope"/>
              </a:rPr>
              <a:t>fixeep.cl/publicar</a:t>
            </a:r>
          </a:p>
        </p:txBody>
      </p:sp>
      <p:pic>
        <p:nvPicPr>
          <p:cNvPr id="8" name="Picture 7" descr="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354312"/>
            <a:ext cx="90036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