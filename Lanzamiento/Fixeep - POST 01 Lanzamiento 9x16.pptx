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anrope"/>
              </a:rPr>
              <a:t>Llegó Fixeep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79347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36547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B0A1F"/>
                </a:solidFill>
                <a:latin typeface="Manrope"/>
              </a:rPr>
              <a:t>Encuentra al maestro para tu hogar.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705975"/>
            <a:ext cx="6675120" cy="235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B0A1F"/>
                </a:solidFill>
                <a:latin typeface="Manrope"/>
              </a:rPr>
              <a:t>Publica gratis y hasta 4 maestros verificados de tu comuna te cotizan. Sin cuenta, sin comisiones.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664440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0B0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66444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0E5E8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