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28341" y="1470152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Todos los servicios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28520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Manrope"/>
              </a:rPr>
              <a:t>Todo para tu hogar, en un solo lugar.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421378"/>
            <a:ext cx="6675120" cy="235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Reparaciones · Gasfitería · Electricidad · Instalaciones · Pintura · Jardinería · Limpieza · Fletes · Control de plagas · Mandados</a:t>
            </a:r>
          </a:p>
        </p:txBody>
      </p:sp>
      <p:pic>
        <p:nvPicPr>
          <p:cNvPr id="5" name="Picture 4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2969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