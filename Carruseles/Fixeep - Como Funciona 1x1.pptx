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9928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56486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855F8"/>
                </a:solidFill>
                <a:latin typeface="Manrope"/>
              </a:rPr>
              <a:t>Sin buscar a la suerte:</a:t>
            </a:r>
            <a:r>
              <a:rPr sz="4400" b="1">
                <a:solidFill>
                  <a:srgbClr val="FFFFFF"/>
                </a:solidFill>
                <a:latin typeface="Manrope"/>
              </a:rPr>
              <a:t> encuentra al maestro para tu hogar.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43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Publica gratis. Te cotizan. Eliges.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Publica gratis lo que necesitas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Categoría, comuna y el detalle de la pega. Sin crear cuenta.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Hasta 4 maestros de tu comuna te contactan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5045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Todos verificados. Las cotizaciones te llegan a 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anrope"/>
              </a:rPr>
              <a:t>Comparas, eliges y coordinas directo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Pagas el trabajo directo al maestro. Fixeep no te cobra a 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526286"/>
            <a:ext cx="1371600" cy="146304"/>
          </a:xfrm>
          <a:prstGeom prst="rect">
            <a:avLst/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83486"/>
            <a:ext cx="6675120" cy="3531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B0A1F"/>
                </a:solidFill>
                <a:latin typeface="Manrope"/>
              </a:rPr>
              <a:t>Gratis para ti. Siempre.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643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Sin cuenta · sin comisiones · solo Región Metropolitana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54071" y="2314956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Tu pega, resuelta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973324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nrope"/>
              </a:rPr>
              <a:t>Publica tu pega gratis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57400" y="6252971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6252971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fixeep.cl/publicar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