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Cómo funciona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51736"/>
            <a:ext cx="137160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408936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7855F8"/>
                </a:solidFill>
                <a:latin typeface="Manrope"/>
              </a:rPr>
              <a:t>Sin buscar a la suerte:</a:t>
            </a:r>
            <a:r>
              <a:rPr sz="5600" b="1">
                <a:solidFill>
                  <a:srgbClr val="FFFFFF"/>
                </a:solidFill>
                <a:latin typeface="Manrope"/>
              </a:rPr>
              <a:t> encuentra al maestro para tu hogar.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14654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Manrope"/>
              </a:rPr>
              <a:t>Publica gratis. Te cotizan. Eliges.</a:t>
            </a:r>
          </a:p>
        </p:txBody>
      </p:sp>
      <p:pic>
        <p:nvPicPr>
          <p:cNvPr id="6" name="Picture 5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354312"/>
            <a:ext cx="900368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B0A1F"/>
                </a:solidFill>
                <a:latin typeface="Manrope"/>
              </a:rPr>
              <a:t>Publica gratis lo que necesitas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20205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0B0A1F"/>
                </a:solidFill>
                <a:latin typeface="Manrope"/>
              </a:rPr>
              <a:t>Categoría, comuna y el detalle de la pega. Sin crear cuenta.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B0A1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321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0B0A1F"/>
                </a:solidFill>
                <a:latin typeface="Manrope"/>
              </a:rPr>
              <a:t>Hasta 4 maestros de tu comuna te contactan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950455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0B0A1F"/>
                </a:solidFill>
                <a:latin typeface="Manrope"/>
              </a:rPr>
              <a:t>Todos verificados. Las cotizaciones te llegan a 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B0A1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88720"/>
            <a:ext cx="6675120" cy="19811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5000" b="1">
                <a:solidFill>
                  <a:srgbClr val="7855F8"/>
                </a:solidFill>
                <a:latin typeface="Manrope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3279647"/>
            <a:ext cx="1554480" cy="146304"/>
          </a:xfrm>
          <a:prstGeom prst="rect">
            <a:avLst/>
          </a:prstGeom>
          <a:solidFill>
            <a:srgbClr val="785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736847"/>
            <a:ext cx="6675120" cy="2483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Manrope"/>
              </a:rPr>
              <a:t>Comparas, eliges y coordinas directo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20205"/>
            <a:ext cx="6675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FFFFFF"/>
                </a:solidFill>
                <a:latin typeface="Manrope"/>
              </a:rPr>
              <a:t>Pagas el trabajo directo al maestro. Fixeep no te cobra a ti.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85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0B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B0A1F"/>
                </a:solidFill>
                <a:latin typeface="Manrope"/>
              </a:rPr>
              <a:t>Gratis para ti. Siempre.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7521702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B0A1F"/>
                </a:solidFill>
                <a:latin typeface="Manrope"/>
              </a:rPr>
              <a:t>Sin cuenta · sin comisiones · solo Región Metropolitana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66360" y="92811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0B0A1F"/>
                </a:solidFill>
                <a:latin typeface="Manrope"/>
              </a:rPr>
              <a:t>Desliza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A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854071" y="3343656"/>
            <a:ext cx="2521458" cy="373380"/>
          </a:xfrm>
          <a:prstGeom prst="roundRect">
            <a:avLst>
              <a:gd name="adj" fmla="val 50000"/>
            </a:avLst>
          </a:prstGeom>
          <a:solidFill>
            <a:srgbClr val="EC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7855F8"/>
                </a:solidFill>
                <a:latin typeface="Manrope"/>
              </a:rPr>
              <a:t>Tu pega, resuelta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4002024"/>
            <a:ext cx="6675120" cy="29596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Manrope"/>
              </a:rPr>
              <a:t>Publica tu pega gratis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57400" y="7281671"/>
            <a:ext cx="4114800" cy="841248"/>
          </a:xfrm>
          <a:prstGeom prst="roundRect">
            <a:avLst>
              <a:gd name="adj" fmla="val 50000"/>
            </a:avLst>
          </a:prstGeom>
          <a:solidFill>
            <a:srgbClr val="0B0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7281671"/>
            <a:ext cx="41148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00E5E8"/>
                </a:solidFill>
                <a:latin typeface="Manrope"/>
              </a:rPr>
              <a:t>fixeep.cl/publicar</a:t>
            </a:r>
          </a:p>
        </p:txBody>
      </p:sp>
      <p:pic>
        <p:nvPicPr>
          <p:cNvPr id="6" name="Picture 5" descr="logo-blanc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354312"/>
            <a:ext cx="900368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