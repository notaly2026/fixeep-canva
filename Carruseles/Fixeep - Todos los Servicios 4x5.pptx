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28341" y="1911477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Todos los servicios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69845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anrope"/>
              </a:rPr>
              <a:t>Todo para tu hogar, en un solo lugar.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7453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Reparaciones · Gasfitería · Electricidad · Instalaciones · Pintura · Jardinería · Limpieza · Fletes · Control de plagas · Mandados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8713851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0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8713851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B0A1F"/>
                </a:solidFill>
                <a:latin typeface="Manrope"/>
              </a:rPr>
              <a:t>fixeep.cl/publicar</a:t>
            </a:r>
          </a:p>
        </p:txBody>
      </p:sp>
      <p:pic>
        <p:nvPicPr>
          <p:cNvPr id="7" name="Picture 6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