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762000"/>
            <a:ext cx="3429000" cy="647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762000"/>
            <a:ext cx="3429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7855F8"/>
                </a:solidFill>
                <a:latin typeface="Manrope"/>
              </a:rPr>
              <a:t>Publica gratis · solo 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790700"/>
            <a:ext cx="9525000" cy="129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50" b="1">
                <a:solidFill>
                  <a:srgbClr val="FFFFFF"/>
                </a:solidFill>
                <a:latin typeface="Georgia"/>
              </a:rPr>
              <a:t>¿Cómo funciona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4350" y="3162300"/>
            <a:ext cx="6353175" cy="1781175"/>
          </a:xfrm>
          <a:prstGeom prst="roundRect">
            <a:avLst>
              <a:gd name="adj" fmla="val 16000"/>
            </a:avLst>
          </a:prstGeom>
          <a:solidFill>
            <a:srgbClr val="00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9150" y="3162300"/>
            <a:ext cx="6353175" cy="1781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50" b="1">
                <a:solidFill>
                  <a:srgbClr val="1A1130"/>
                </a:solidFill>
                <a:latin typeface="Georgia"/>
              </a:rPr>
              <a:t>Fixeep?</a:t>
            </a:r>
          </a:p>
        </p:txBody>
      </p:sp>
      <p:pic>
        <p:nvPicPr>
          <p:cNvPr id="8" name="Picture 7" descr="mascota-per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7715250"/>
            <a:ext cx="5334000" cy="533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6750" y="8382000"/>
            <a:ext cx="6096000" cy="781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8382000"/>
            <a:ext cx="5905500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7855F8"/>
                </a:solidFill>
                <a:latin typeface="Manrope"/>
              </a:rPr>
              <a:t>¡Te explico en 3 pasos!</a:t>
            </a:r>
          </a:p>
        </p:txBody>
      </p:sp>
      <p:pic>
        <p:nvPicPr>
          <p:cNvPr id="11" name="Picture 10" descr="log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430000"/>
            <a:ext cx="1428750" cy="7255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239000" y="1428750"/>
            <a:ext cx="2286000" cy="228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so-descri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75" y="1762125"/>
            <a:ext cx="1619250" cy="1619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2950" y="4533900"/>
            <a:ext cx="8801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0E5E8"/>
                </a:solidFill>
                <a:latin typeface="Manrope"/>
              </a:rPr>
              <a:t>PASO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5143500"/>
            <a:ext cx="88011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50" b="1">
                <a:solidFill>
                  <a:srgbClr val="FFFFFF"/>
                </a:solidFill>
                <a:latin typeface="Manrope"/>
              </a:rPr>
              <a:t>Comenta tu</a:t>
            </a:r>
          </a:p>
          <a:p>
            <a:pPr algn="l"/>
            <a:r>
              <a:rPr sz="5850" b="1">
                <a:solidFill>
                  <a:srgbClr val="FFFFFF"/>
                </a:solidFill>
                <a:latin typeface="Manrope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7143750"/>
            <a:ext cx="88011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75" b="0">
                <a:solidFill>
                  <a:srgbClr val="E6E6FA"/>
                </a:solidFill>
                <a:latin typeface="Manrope"/>
              </a:rPr>
              <a:t>Te decimos la causa, la solución y el</a:t>
            </a:r>
          </a:p>
          <a:p>
            <a:pPr algn="l"/>
            <a:r>
              <a:rPr sz="2475" b="0">
                <a:solidFill>
                  <a:srgbClr val="E6E6FA"/>
                </a:solidFill>
                <a:latin typeface="Manrope"/>
              </a:rPr>
              <a:t>precio promedio del servicio.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1430000"/>
            <a:ext cx="1428750" cy="7255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428750"/>
            <a:ext cx="2286000" cy="228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so-conta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762125"/>
            <a:ext cx="1619250" cy="1619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2950" y="4533900"/>
            <a:ext cx="8801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281E5A"/>
                </a:solidFill>
                <a:latin typeface="Manrope"/>
              </a:rPr>
              <a:t>PASO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5143500"/>
            <a:ext cx="88011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50" b="1">
                <a:solidFill>
                  <a:srgbClr val="FFFFFF"/>
                </a:solidFill>
                <a:latin typeface="Manrope"/>
              </a:rPr>
              <a:t>Te contactan</a:t>
            </a:r>
          </a:p>
          <a:p>
            <a:pPr algn="l"/>
            <a:r>
              <a:rPr sz="5850" b="1">
                <a:solidFill>
                  <a:srgbClr val="FFFFFF"/>
                </a:solidFill>
                <a:latin typeface="Manrope"/>
              </a:rPr>
              <a:t>profesionales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7143750"/>
            <a:ext cx="88011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75" b="0">
                <a:solidFill>
                  <a:srgbClr val="E6E6FA"/>
                </a:solidFill>
                <a:latin typeface="Manrope"/>
              </a:rPr>
              <a:t>Hasta 4 profesionales verificados</a:t>
            </a:r>
          </a:p>
          <a:p>
            <a:pPr algn="l"/>
            <a:r>
              <a:rPr sz="2475" b="0">
                <a:solidFill>
                  <a:srgbClr val="E6E6FA"/>
                </a:solidFill>
                <a:latin typeface="Manrope"/>
              </a:rPr>
              <a:t>te llaman para cotizar tu caso.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1430000"/>
            <a:ext cx="1428750" cy="725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00500" y="1428750"/>
            <a:ext cx="2286000" cy="228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so-eli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762125"/>
            <a:ext cx="1619250" cy="1619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2950" y="4533900"/>
            <a:ext cx="8801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50" b="1">
                <a:solidFill>
                  <a:srgbClr val="00E5E8"/>
                </a:solidFill>
                <a:latin typeface="Manrope"/>
              </a:rPr>
              <a:t>PASO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5143500"/>
            <a:ext cx="88011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50" b="1">
                <a:solidFill>
                  <a:srgbClr val="FFFFFF"/>
                </a:solidFill>
                <a:latin typeface="Manrope"/>
              </a:rPr>
              <a:t>Eliges la</a:t>
            </a:r>
          </a:p>
          <a:p>
            <a:pPr algn="ctr"/>
            <a:r>
              <a:rPr sz="5850" b="1">
                <a:solidFill>
                  <a:srgbClr val="FFFFFF"/>
                </a:solidFill>
                <a:latin typeface="Manrope"/>
              </a:rPr>
              <a:t>mejor opción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7143750"/>
            <a:ext cx="88011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75" b="0">
                <a:solidFill>
                  <a:srgbClr val="E6E6FA"/>
                </a:solidFill>
                <a:latin typeface="Manrope"/>
              </a:rPr>
              <a:t>Comparas y eliges. El pago lo</a:t>
            </a:r>
          </a:p>
          <a:p>
            <a:pPr algn="ctr"/>
            <a:r>
              <a:rPr sz="2475" b="0">
                <a:solidFill>
                  <a:srgbClr val="E6E6FA"/>
                </a:solidFill>
                <a:latin typeface="Manrope"/>
              </a:rPr>
              <a:t>acuerdas directo con el profesional.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1430000"/>
            <a:ext cx="1428750" cy="7255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943600"/>
            <a:ext cx="7810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FFFFFF"/>
                </a:solidFill>
                <a:latin typeface="Manrope"/>
              </a:rPr>
              <a:t>Hasta 4 maestros verificados de tu</a:t>
            </a:r>
          </a:p>
          <a:p>
            <a:pPr algn="l"/>
            <a:r>
              <a:rPr sz="2700" b="0">
                <a:solidFill>
                  <a:srgbClr val="FFFFFF"/>
                </a:solidFill>
                <a:latin typeface="Manrope"/>
              </a:rPr>
              <a:t>comuna te cotizan · solo RM</a:t>
            </a:r>
          </a:p>
        </p:txBody>
      </p:sp>
      <p:pic>
        <p:nvPicPr>
          <p:cNvPr id="4" name="Picture 3" descr="mascota-per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8096250"/>
            <a:ext cx="4953000" cy="4953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0382250"/>
            <a:ext cx="3429000" cy="628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10382250"/>
            <a:ext cx="34290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7855F8"/>
                </a:solidFill>
                <a:latin typeface="Manrope"/>
              </a:rPr>
              <a:t>fixeep.cl/publicar</a:t>
            </a:r>
          </a:p>
        </p:txBody>
      </p:sp>
      <p:pic>
        <p:nvPicPr>
          <p:cNvPr id="7" name="Picture 6" descr="log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430000"/>
            <a:ext cx="1428750" cy="7255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