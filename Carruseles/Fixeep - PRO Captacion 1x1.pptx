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Para maestros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7855F8"/>
                </a:solidFill>
                <a:latin typeface="Manrope"/>
              </a:rPr>
              <a:t>¿Maestro?</a:t>
            </a:r>
            <a:r>
              <a:rPr sz="5200" b="1">
                <a:solidFill>
                  <a:srgbClr val="FFFFFF"/>
                </a:solidFill>
                <a:latin typeface="Manrope"/>
              </a:rPr>
              <a:t> deja de perseguir pega por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Te llegan clientes de tu comuna.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Clientes de tu comuna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Publican una pega cerca de ti. Tú decides a quién contactar.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Pagas solo por contacto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1 token = 1 contacto. Sin mensualidad y sin comisión sobre tu trabajo. Los tokens no vencen.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nrope"/>
              </a:rPr>
              <a:t>Parte con 15 días gratis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Prueba sin pagar. Si te llega pega, sigues.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Planes de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anrope"/>
              </a:rPr>
              <a:t>Elige tu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12521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03170"/>
                <a:gridCol w="166878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Plan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Tokens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Precio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Inicial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10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$15.000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Pro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30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$35.000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Premium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50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$50.000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758688"/>
            <a:ext cx="6675120" cy="1089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Manrope"/>
              </a:rPr>
              <a:t>Tokens que no vencen. Mejor precio por contacto mientras más grande el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9801" y="2314956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Tu próxima pega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73324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Recibe clientes de tu comuna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6252971"/>
            <a:ext cx="356616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6252971"/>
            <a:ext cx="3566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fixeep.cl/unete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