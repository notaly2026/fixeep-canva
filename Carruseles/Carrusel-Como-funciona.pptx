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sotipo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238375"/>
            <a:ext cx="1428750" cy="1428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57500" y="2238375"/>
            <a:ext cx="6096000" cy="190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400" b="1">
                <a:solidFill>
                  <a:srgbClr val="7855F8"/>
                </a:solidFill>
                <a:latin typeface="Manrope"/>
              </a:rPr>
              <a:t>¿Cómo funciona</a:t>
            </a:r>
          </a:p>
          <a:p>
            <a:pPr algn="l"/>
            <a:r>
              <a:rPr sz="4400" b="1">
                <a:solidFill>
                  <a:srgbClr val="7855F8"/>
                </a:solidFill>
                <a:latin typeface="Manrope"/>
              </a:rPr>
              <a:t>Fixeep?</a:t>
            </a:r>
          </a:p>
        </p:txBody>
      </p:sp>
      <p:pic>
        <p:nvPicPr>
          <p:cNvPr id="5" name="Picture 4" descr="mascota-per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0" y="7524750"/>
            <a:ext cx="6096000" cy="609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785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571875" y="2000250"/>
            <a:ext cx="3143250" cy="31432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so-de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875" y="2381250"/>
            <a:ext cx="2381250" cy="238125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029325" y="1447800"/>
            <a:ext cx="1238250" cy="1238250"/>
          </a:xfrm>
          <a:prstGeom prst="ellipse">
            <a:avLst/>
          </a:prstGeom>
          <a:solidFill>
            <a:srgbClr val="E88A1A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29325" y="1447800"/>
            <a:ext cx="123825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nrop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619750"/>
            <a:ext cx="8763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E88A1A"/>
                </a:solidFill>
                <a:latin typeface="Manrope"/>
              </a:rPr>
              <a:t>PASO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6248400"/>
            <a:ext cx="8953500" cy="1714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Manrope"/>
              </a:rPr>
              <a:t>Describe tu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7581900"/>
            <a:ext cx="8001000" cy="1714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0">
                <a:solidFill>
                  <a:srgbClr val="E1DBFF"/>
                </a:solidFill>
                <a:latin typeface="Manrope"/>
              </a:rPr>
              <a:t>Elige la categoría, cuéntanos los detalles y sube fotos. Toma un minuto.</a:t>
            </a:r>
          </a:p>
        </p:txBody>
      </p:sp>
      <p:pic>
        <p:nvPicPr>
          <p:cNvPr id="10" name="Picture 9" descr="logo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75" y="11430000"/>
            <a:ext cx="1619250" cy="82224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0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571875" y="2000250"/>
            <a:ext cx="3143250" cy="31432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so-contac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875" y="2381250"/>
            <a:ext cx="2381250" cy="238125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029325" y="1447800"/>
            <a:ext cx="1238250" cy="1238250"/>
          </a:xfrm>
          <a:prstGeom prst="ellipse">
            <a:avLst/>
          </a:prstGeom>
          <a:solidFill>
            <a:srgbClr val="7855F8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29325" y="1447800"/>
            <a:ext cx="123825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nrop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619750"/>
            <a:ext cx="8763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7855F8"/>
                </a:solidFill>
                <a:latin typeface="Manrope"/>
              </a:rPr>
              <a:t>PASO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6248400"/>
            <a:ext cx="8953500" cy="1714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1A1730"/>
                </a:solidFill>
                <a:latin typeface="Manrope"/>
              </a:rPr>
              <a:t>Te contactan profesionales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7581900"/>
            <a:ext cx="8001000" cy="1714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0">
                <a:solidFill>
                  <a:srgbClr val="145A5C"/>
                </a:solidFill>
                <a:latin typeface="Manrope"/>
              </a:rPr>
              <a:t>Hasta 4 profesionales verificados te llaman para cotizar tu caso.</a:t>
            </a:r>
          </a:p>
        </p:txBody>
      </p:sp>
      <p:pic>
        <p:nvPicPr>
          <p:cNvPr id="10" name="Picture 9" descr="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75" y="11430000"/>
            <a:ext cx="1619250" cy="8222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571875" y="2000250"/>
            <a:ext cx="3143250" cy="31432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so-eli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875" y="2381250"/>
            <a:ext cx="2381250" cy="238125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029325" y="1447800"/>
            <a:ext cx="1238250" cy="1238250"/>
          </a:xfrm>
          <a:prstGeom prst="ellipse">
            <a:avLst/>
          </a:prstGeom>
          <a:solidFill>
            <a:srgbClr val="E88A1A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29325" y="1447800"/>
            <a:ext cx="123825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nrop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619750"/>
            <a:ext cx="8763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E88A1A"/>
                </a:solidFill>
                <a:latin typeface="Manrope"/>
              </a:rPr>
              <a:t>PASO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6248400"/>
            <a:ext cx="8953500" cy="1714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Manrope"/>
              </a:rPr>
              <a:t>Eliges la mejor opción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7581900"/>
            <a:ext cx="8001000" cy="1714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0">
                <a:solidFill>
                  <a:srgbClr val="C3C3DC"/>
                </a:solidFill>
                <a:latin typeface="Manrope"/>
              </a:rPr>
              <a:t>Comparas y eliges. El pago lo acuerdas directo con el profesional.</a:t>
            </a:r>
          </a:p>
        </p:txBody>
      </p:sp>
      <p:pic>
        <p:nvPicPr>
          <p:cNvPr id="10" name="Picture 9" descr="logo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75" y="11430000"/>
            <a:ext cx="1619250" cy="8222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EC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scota-per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1428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7250" y="6858000"/>
            <a:ext cx="8572500" cy="190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7855F8"/>
                </a:solidFill>
                <a:latin typeface="Manrope"/>
              </a:rPr>
              <a:t>Publica tu pega</a:t>
            </a:r>
          </a:p>
          <a:p>
            <a:pPr algn="ctr"/>
            <a:r>
              <a:rPr sz="4400" b="1">
                <a:solidFill>
                  <a:srgbClr val="7855F8"/>
                </a:solidFill>
                <a:latin typeface="Manrope"/>
              </a:rPr>
              <a:t>gratis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28750" y="8667750"/>
            <a:ext cx="7429500" cy="15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5A5082"/>
                </a:solidFill>
                <a:latin typeface="Manrope"/>
              </a:rPr>
              <a:t>Hasta 4 maestros verificados de tu comuna te cotizan · solo RM</a:t>
            </a:r>
          </a:p>
        </p:txBody>
      </p:sp>
      <p:pic>
        <p:nvPicPr>
          <p:cNvPr id="6" name="Picture 5" descr="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75" y="11430000"/>
            <a:ext cx="1619250" cy="8222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