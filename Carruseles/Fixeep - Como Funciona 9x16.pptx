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Cómo funciona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78686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35886"/>
            <a:ext cx="6675120" cy="9627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7855F8"/>
                </a:solidFill>
                <a:latin typeface="Manrope"/>
              </a:rPr>
              <a:t>Sin buscar a la suerte:</a:t>
            </a:r>
            <a:r>
              <a:rPr sz="8400" b="1">
                <a:solidFill>
                  <a:srgbClr val="FFFFFF"/>
                </a:solidFill>
                <a:latin typeface="Manrope"/>
              </a:rPr>
              <a:t> encuentra al maestro para tu hogar.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7629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Publica gratis. Te cotizan. Eliges.</a:t>
            </a:r>
          </a:p>
        </p:txBody>
      </p:sp>
      <p:pic>
        <p:nvPicPr>
          <p:cNvPr id="6" name="Picture 5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B0A1F"/>
                </a:solidFill>
                <a:latin typeface="Manrope"/>
              </a:rPr>
              <a:t>Publica gratis lo que necesitas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20205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0B0A1F"/>
                </a:solidFill>
                <a:latin typeface="Manrope"/>
              </a:rPr>
              <a:t>Categoría, comuna y el detalle de la pega. Sin crear cuenta.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B0A1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B0A1F"/>
                </a:solidFill>
                <a:latin typeface="Manrope"/>
              </a:rPr>
              <a:t>Hasta 4 maestros de tu comuna te contactan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50455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0B0A1F"/>
                </a:solidFill>
                <a:latin typeface="Manrope"/>
              </a:rPr>
              <a:t>Todos verificados. Las cotizaciones te llegan a 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B0A1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Manrope"/>
              </a:rPr>
              <a:t>Comparas, eliges y coordinas directo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20205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Pagas el trabajo directo al maestro. Fixeep no te cobra a 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85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0B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B0A1F"/>
                </a:solidFill>
                <a:latin typeface="Manrope"/>
              </a:rPr>
              <a:t>Gratis para ti. Siempre.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167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Sin cuenta · sin comisiones · solo Región Metropolitana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B0A1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54071" y="5515356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Tu pega, resuelta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173724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Manrope"/>
              </a:rPr>
              <a:t>Publica tu pega gratis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57400" y="9453371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0B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9453371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0E5E8"/>
                </a:solidFill>
                <a:latin typeface="Manrope"/>
              </a:rPr>
              <a:t>fixeep.cl/publicar</a:t>
            </a:r>
          </a:p>
        </p:txBody>
      </p:sp>
      <p:pic>
        <p:nvPicPr>
          <p:cNvPr id="6" name="Picture 5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