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Gasfitería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10743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4636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855F8"/>
                </a:solidFill>
                <a:latin typeface="Manrope"/>
              </a:rPr>
              <a:t>POV:</a:t>
            </a:r>
            <a:r>
              <a:rPr sz="6800" b="1">
                <a:solidFill>
                  <a:srgbClr val="FFFFFF"/>
                </a:solidFill>
                <a:latin typeface="Manrope"/>
              </a:rPr>
              <a:t> se picó la llave un domingo y no sabís a quién llamar.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4244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Publica gratis y hasta 4 gasfíteres verificados de tu comuna te cotizan. Tú eliges.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6644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644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