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Reparaciones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58722"/>
            <a:ext cx="137160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15922"/>
            <a:ext cx="6675120" cy="7849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7855F8"/>
                </a:solidFill>
                <a:latin typeface="Manrope"/>
              </a:rPr>
              <a:t>POV:</a:t>
            </a:r>
            <a:r>
              <a:rPr sz="6800" b="1">
                <a:solidFill>
                  <a:srgbClr val="FFFFFF"/>
                </a:solidFill>
                <a:latin typeface="Manrope"/>
              </a:rPr>
              <a:t> se soltó la puerta, cojea el mueble y la repisa ya no aguanta.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039350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Manrope"/>
              </a:rPr>
              <a:t>Un maestro verificado de tu comuna lo deja como nuevo. Publica gratis y elige.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664440"/>
            <a:ext cx="4114800" cy="841248"/>
          </a:xfrm>
          <a:prstGeom prst="roundRect">
            <a:avLst>
              <a:gd name="adj" fmla="val 50000"/>
            </a:avLst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66444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anrope"/>
              </a:rPr>
              <a:t>fixeep.cl/publicar</a:t>
            </a:r>
          </a:p>
        </p:txBody>
      </p:sp>
      <p:pic>
        <p:nvPicPr>
          <p:cNvPr id="8" name="Picture 7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6977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