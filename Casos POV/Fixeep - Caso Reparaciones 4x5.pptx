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Reparaciones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19022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76222"/>
            <a:ext cx="6675120" cy="378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7855F8"/>
                </a:solidFill>
                <a:latin typeface="Manrope"/>
              </a:rPr>
              <a:t>POV:</a:t>
            </a:r>
            <a:r>
              <a:rPr sz="4400" b="1">
                <a:solidFill>
                  <a:srgbClr val="FFFFFF"/>
                </a:solidFill>
                <a:latin typeface="Manrope"/>
              </a:rPr>
              <a:t> se soltó la puerta, cojea el mueble y la repisa ya no aguanta.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35650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Un maestro verificado de tu comuna lo deja como nuevo. Publica gratis y elige.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3210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83210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543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