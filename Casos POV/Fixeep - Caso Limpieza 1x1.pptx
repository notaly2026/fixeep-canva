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Limpieza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270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7855F8"/>
                </a:solidFill>
                <a:latin typeface="Manrope"/>
              </a:rPr>
              <a:t>POV:</a:t>
            </a:r>
            <a:r>
              <a:rPr sz="3800" b="1">
                <a:solidFill>
                  <a:srgbClr val="0B0A1F"/>
                </a:solidFill>
                <a:latin typeface="Manrope"/>
              </a:rPr>
              <a:t> te entregan el depa el lunes y quedó hecho un desastre.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457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Pide limpieza profunda a profesionales verificados de tu comuna. Publica gratis.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62636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