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Fletes y mudanza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855F8"/>
                </a:solidFill>
                <a:latin typeface="Manrope"/>
              </a:rPr>
              <a:t>POV:</a:t>
            </a:r>
            <a:r>
              <a:rPr sz="3800" b="1">
                <a:solidFill>
                  <a:srgbClr val="FFFFFF"/>
                </a:solidFill>
                <a:latin typeface="Manrope"/>
              </a:rPr>
              <a:t> te cambias de casa el finde y no tienes en qué llevar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Hasta 4 fleteros verificados de tu comuna te cotizan.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