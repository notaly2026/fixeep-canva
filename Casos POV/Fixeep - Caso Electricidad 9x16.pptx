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Electricidad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676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24886"/>
            <a:ext cx="6675120" cy="784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7855F8"/>
                </a:solidFill>
                <a:latin typeface="Manrope"/>
              </a:rPr>
              <a:t>POV:</a:t>
            </a:r>
            <a:r>
              <a:rPr sz="6800" b="1">
                <a:solidFill>
                  <a:srgbClr val="0B0A1F"/>
                </a:solidFill>
                <a:latin typeface="Manrope"/>
              </a:rPr>
              <a:t> se cortó la luz de media casa y el 'yo lo arreglo' la dejó peor.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4465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Mejor un eléctrico verificado de tu comuna. Publica gratis y compara cotizaciones.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6644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644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