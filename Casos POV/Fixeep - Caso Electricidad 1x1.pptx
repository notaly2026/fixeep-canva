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229600" cy="82296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B5D7EE-13B0-412D-946A-C0DB58BA86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19076D-DD3F-48E1-815F-D856405122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A63275-A478-4E28-94EF-560920C344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16213F-5738-40BD-A3B3-AEDA0250BF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878247-6F5A-4FE7-B663-E1E2A5B32D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948671-24DC-4C0F-902A-239CD0F16B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D04D33-E5A5-4F77-9A37-0B133D55D6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C373A0-881A-4AE0-A89E-FBEA845114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961C5D-A82B-4382-B303-6A139B48E6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139C2C-2344-46BB-8362-55AC09F63C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475E38-1915-4480-A9A9-397CDD8F9E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C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 1"/>
          <p:cNvSpPr/>
          <p:nvPr/>
        </p:nvSpPr>
        <p:spPr>
          <a:xfrm>
            <a:off x="777240" y="777240"/>
            <a:ext cx="1892520" cy="37296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8160" tIns="18360" rIns="1281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Manrope"/>
              </a:rPr>
              <a:t>Electricidad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2"/>
          <p:cNvSpPr/>
          <p:nvPr/>
        </p:nvSpPr>
        <p:spPr>
          <a:xfrm>
            <a:off x="777240" y="1399320"/>
            <a:ext cx="1371240" cy="145800"/>
          </a:xfrm>
          <a:prstGeom prst="rect">
            <a:avLst/>
          </a:prstGeom>
          <a:solidFill>
            <a:srgbClr val="785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777240" y="1856520"/>
            <a:ext cx="6674760" cy="37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7855F8"/>
                </a:solidFill>
                <a:effectLst/>
                <a:uFillTx/>
                <a:latin typeface="Manrope"/>
              </a:rPr>
              <a:t>POV:</a:t>
            </a:r>
            <a:r>
              <a:rPr lang="en-US" sz="4400" b="1" u="none" strike="noStrike">
                <a:solidFill>
                  <a:srgbClr val="0B0A1F"/>
                </a:solidFill>
                <a:effectLst/>
                <a:uFillTx/>
                <a:latin typeface="Manrope"/>
              </a:rPr>
              <a:t> se cortó la luz de media casa y el 'yo lo arreglo' la dejó peor.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777240" y="4536720"/>
            <a:ext cx="6674760" cy="19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2600" b="0" u="none" strike="noStrike">
                <a:solidFill>
                  <a:srgbClr val="0B0A1F"/>
                </a:solidFill>
                <a:effectLst/>
                <a:uFillTx/>
                <a:latin typeface="Manrope"/>
              </a:rPr>
              <a:t>Mejor un eléctrico verificado de tu comuna. Publica gratis y compara cotizaciones.</a:t>
            </a:r>
            <a:endParaRPr lang="es-E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ounded Rectangle 5"/>
          <p:cNvSpPr/>
          <p:nvPr/>
        </p:nvSpPr>
        <p:spPr>
          <a:xfrm>
            <a:off x="777240" y="6263640"/>
            <a:ext cx="4114440" cy="84096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777240" y="6263640"/>
            <a:ext cx="411444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anrope"/>
              </a:rPr>
              <a:t>fixeep.cl/publicar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7" descr="logo-color.png"/>
          <p:cNvPicPr/>
          <p:nvPr/>
        </p:nvPicPr>
        <p:blipFill>
          <a:blip r:embed="rId1"/>
          <a:stretch/>
        </p:blipFill>
        <p:spPr>
          <a:xfrm>
            <a:off x="777240" y="7296840"/>
            <a:ext cx="90000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2026-06-21T14:53:32Z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