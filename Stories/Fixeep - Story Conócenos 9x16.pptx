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45027"/>
            <a:ext cx="3108960" cy="3108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256907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B0A1F"/>
                </a:solidFill>
                <a:latin typeface="Manrope"/>
              </a:rPr>
              <a:t>Conócenos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45451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Conectamos tu hogar con maestros verificados de tu comuna.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