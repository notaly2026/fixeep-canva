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A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3645027"/>
            <a:ext cx="3108960" cy="31089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7256907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1">
                <a:solidFill>
                  <a:srgbClr val="0B0A1F"/>
                </a:solidFill>
                <a:latin typeface="Manrope"/>
              </a:rPr>
              <a:t>Servicios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454515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0B0A1F"/>
                </a:solidFill>
                <a:latin typeface="Manrope"/>
              </a:rPr>
              <a:t>Gasfitería, electricidad, pintura, jardinería, fletes y más.</a:t>
            </a:r>
          </a:p>
        </p:txBody>
      </p:sp>
      <p:pic>
        <p:nvPicPr>
          <p:cNvPr id="5" name="Picture 4" descr="logo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3697712"/>
            <a:ext cx="900368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