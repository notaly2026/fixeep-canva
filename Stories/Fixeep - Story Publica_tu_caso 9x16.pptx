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16877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780657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Publica tu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93076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Cuéntanos la pega. Gratis y sin crear cuenta.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1781663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1781663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7" name="Picture 6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