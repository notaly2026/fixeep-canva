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14630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EAF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c_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0" y="3645027"/>
            <a:ext cx="3108960" cy="31089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7240" y="7256907"/>
            <a:ext cx="6675120" cy="2197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0" b="1">
                <a:solidFill>
                  <a:srgbClr val="0B0A1F"/>
                </a:solidFill>
                <a:latin typeface="Manrope"/>
              </a:rPr>
              <a:t>Cobertura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454515"/>
            <a:ext cx="6675120" cy="15308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2600" b="0">
                <a:solidFill>
                  <a:srgbClr val="0B0A1F"/>
                </a:solidFill>
                <a:latin typeface="Manrope"/>
              </a:rPr>
              <a:t>Hoy disponible en la Región Metropolitana.</a:t>
            </a:r>
          </a:p>
        </p:txBody>
      </p:sp>
      <p:pic>
        <p:nvPicPr>
          <p:cNvPr id="5" name="Picture 4" descr="logo-col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3697712"/>
            <a:ext cx="900368" cy="457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