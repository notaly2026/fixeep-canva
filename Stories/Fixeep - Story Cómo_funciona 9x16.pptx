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645027"/>
            <a:ext cx="3108960" cy="3108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256907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B0A1F"/>
                </a:solidFill>
                <a:latin typeface="Manrope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45451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Publicas gratis. Hasta 4 maestros te cotizan. Tú eliges.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