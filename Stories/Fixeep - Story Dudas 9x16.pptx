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3645027"/>
            <a:ext cx="3108960" cy="3108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256907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0B0A1F"/>
                </a:solidFill>
                <a:latin typeface="Manrope"/>
              </a:rPr>
              <a:t>Dudas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454515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Resolvemos las preguntas más comunes sobre Fixeep.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6977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