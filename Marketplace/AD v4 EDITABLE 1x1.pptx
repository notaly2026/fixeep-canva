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4375" y="1143000"/>
            <a:ext cx="2000250" cy="14287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m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1295400"/>
            <a:ext cx="666750" cy="666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2019300"/>
            <a:ext cx="2000250" cy="4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130"/>
                </a:solidFill>
                <a:latin typeface="Arial"/>
              </a:rPr>
              <a:t>Gasfitería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0375" y="1143000"/>
            <a:ext cx="2000250" cy="14287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5" y="1295400"/>
            <a:ext cx="666750" cy="66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00375" y="2019300"/>
            <a:ext cx="2000250" cy="4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130"/>
                </a:solidFill>
                <a:latin typeface="Arial"/>
              </a:rPr>
              <a:t>Electricidad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6375" y="1143000"/>
            <a:ext cx="2000250" cy="14287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5" y="1295400"/>
            <a:ext cx="666750" cy="666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86375" y="2019300"/>
            <a:ext cx="2000250" cy="4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130"/>
                </a:solidFill>
                <a:latin typeface="Arial"/>
              </a:rPr>
              <a:t>Reparaciones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72375" y="1143000"/>
            <a:ext cx="2000250" cy="14287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m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125" y="1295400"/>
            <a:ext cx="666750" cy="666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2375" y="2019300"/>
            <a:ext cx="2000250" cy="4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130"/>
                </a:solidFill>
                <a:latin typeface="Arial"/>
              </a:rPr>
              <a:t>Limpieza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4375" y="7696200"/>
            <a:ext cx="2000250" cy="14287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m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7848600"/>
            <a:ext cx="666750" cy="666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4375" y="8572500"/>
            <a:ext cx="2000250" cy="4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130"/>
                </a:solidFill>
                <a:latin typeface="Arial"/>
              </a:rPr>
              <a:t>Fletes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00375" y="7696200"/>
            <a:ext cx="2000250" cy="14287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m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125" y="7848600"/>
            <a:ext cx="666750" cy="666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00375" y="8572500"/>
            <a:ext cx="2000250" cy="4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130"/>
                </a:solidFill>
                <a:latin typeface="Arial"/>
              </a:rPr>
              <a:t>Pintura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86375" y="7696200"/>
            <a:ext cx="2000250" cy="14287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m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25" y="7848600"/>
            <a:ext cx="666750" cy="666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86375" y="8572500"/>
            <a:ext cx="2000250" cy="4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130"/>
                </a:solidFill>
                <a:latin typeface="Arial"/>
              </a:rPr>
              <a:t>Instalaciones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72375" y="7696200"/>
            <a:ext cx="2000250" cy="14287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m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9125" y="7848600"/>
            <a:ext cx="666750" cy="6667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72375" y="8572500"/>
            <a:ext cx="2000250" cy="4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130"/>
                </a:solidFill>
                <a:latin typeface="Arial"/>
              </a:rPr>
              <a:t>Jardinería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38500" y="2857500"/>
            <a:ext cx="38100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38500" y="2857500"/>
            <a:ext cx="381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855F8"/>
                </a:solidFill>
                <a:latin typeface="Arial"/>
              </a:rPr>
              <a:t>Publica gratis · solo 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3600450"/>
            <a:ext cx="9144000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Georgia"/>
              </a:rPr>
              <a:t>¿Qué necesitas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05125" y="4533900"/>
            <a:ext cx="4476750" cy="914400"/>
          </a:xfrm>
          <a:prstGeom prst="roundRect">
            <a:avLst>
              <a:gd name="adj" fmla="val 28000"/>
            </a:avLst>
          </a:prstGeom>
          <a:solidFill>
            <a:srgbClr val="00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5125" y="4533900"/>
            <a:ext cx="447675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1A1130"/>
                </a:solidFill>
                <a:latin typeface="Georgia"/>
              </a:rPr>
              <a:t>reparar?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19750"/>
            <a:ext cx="8001000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Publica y hasta 4 profesionales te contactan para cotizar.</a:t>
            </a:r>
          </a:p>
        </p:txBody>
      </p:sp>
      <p:pic>
        <p:nvPicPr>
          <p:cNvPr id="33" name="Picture 32" descr="logo-blanc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3875" y="9086850"/>
            <a:ext cx="1619250" cy="819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