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Para tu hogar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479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1200" b="1">
                <a:solidFill>
                  <a:srgbClr val="7855F8"/>
                </a:solidFill>
                <a:latin typeface="Manrope"/>
              </a:rPr>
              <a:t>GRATIS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436112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93312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anrope"/>
              </a:rPr>
              <a:t>Hasta 4 maestros de tu comuna te cotizan.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90920"/>
            <a:ext cx="6675120" cy="1661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Publica en Fixeep lo que necesites reparar o hacer en tu hogar. Profesionales verificados.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7558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7855F8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