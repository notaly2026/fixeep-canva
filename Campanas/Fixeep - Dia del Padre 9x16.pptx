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A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2296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B0A1F">
                  <a:alpha val="0"/>
                </a:srgbClr>
              </a:gs>
              <a:gs pos="100000">
                <a:srgbClr val="0B0A1F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229600" cy="6887717"/>
          </a:xfrm>
          <a:prstGeom prst="rect">
            <a:avLst/>
          </a:prstGeom>
          <a:gradFill>
            <a:gsLst>
              <a:gs pos="0">
                <a:srgbClr val="0B0A1F">
                  <a:alpha val="92000"/>
                </a:srgbClr>
              </a:gs>
              <a:gs pos="100000">
                <a:srgbClr val="0B0A1F">
                  <a:alpha val="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772918" cy="373380"/>
          </a:xfrm>
          <a:prstGeom prst="roundRect">
            <a:avLst>
              <a:gd name="adj" fmla="val 50000"/>
            </a:avLst>
          </a:prstGeom>
          <a:solidFill>
            <a:srgbClr val="EC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7855F8"/>
                </a:solidFill>
                <a:latin typeface="Manrope"/>
              </a:rPr>
              <a:t>Feliz Día del Padre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6675120" cy="32453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>
                <a:solidFill>
                  <a:srgbClr val="FFFFFF"/>
                </a:solidFill>
                <a:latin typeface="Manrope"/>
              </a:rPr>
              <a:t>Para el maestro de la casa.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074157"/>
            <a:ext cx="6675120" cy="1082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FFFFFF"/>
                </a:solidFill>
                <a:latin typeface="Manrope"/>
              </a:rPr>
              <a:t>Feliz Día del Padre.</a:t>
            </a:r>
          </a:p>
        </p:txBody>
      </p:sp>
      <p:pic>
        <p:nvPicPr>
          <p:cNvPr id="8" name="Picture 7" descr="logo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3697712"/>
            <a:ext cx="900368" cy="457200"/>
          </a:xfrm>
          <a:prstGeom prst="rect">
            <a:avLst/>
          </a:prstGeom>
        </p:spPr>
      </p:pic>
      <p:pic>
        <p:nvPicPr>
          <p:cNvPr id="9" name="Picture 8" descr="logo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3697712"/>
            <a:ext cx="900368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