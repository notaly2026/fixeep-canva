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B0A1F">
                  <a:alpha val="0"/>
                </a:srgbClr>
              </a:gs>
              <a:gs pos="100000">
                <a:srgbClr val="0B0A1F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6887717"/>
          </a:xfrm>
          <a:prstGeom prst="rect">
            <a:avLst/>
          </a:prstGeom>
          <a:gradFill>
            <a:gsLst>
              <a:gs pos="0">
                <a:srgbClr val="0B0A1F">
                  <a:alpha val="92000"/>
                </a:srgbClr>
              </a:gs>
              <a:gs pos="100000">
                <a:srgbClr val="0B0A1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Feliz Día del Padre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6675120" cy="32453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Manrope"/>
              </a:rPr>
              <a:t>Para el maestro de la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74157"/>
            <a:ext cx="6675120" cy="108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Feliz Día del Padre.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  <p:pic>
        <p:nvPicPr>
          <p:cNvPr id="9" name="Picture 8" descr="logo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