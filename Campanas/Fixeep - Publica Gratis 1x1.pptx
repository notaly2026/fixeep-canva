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Para tu hogar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215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200" b="1">
                <a:solidFill>
                  <a:srgbClr val="7855F8"/>
                </a:solidFill>
                <a:latin typeface="Manrope"/>
              </a:rPr>
              <a:t>GRATIS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171952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629152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nrope"/>
              </a:rPr>
              <a:t>Hasta 4 maestros de tu comuna te cotizan.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26760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Publica en Fixeep lo que necesites reparar o hacer en tu hogar. Profesionales verificados.</a:t>
            </a:r>
          </a:p>
        </p:txBody>
      </p:sp>
      <p:pic>
        <p:nvPicPr>
          <p:cNvPr id="7" name="Picture 6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