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429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B0A1F">
                  <a:alpha val="0"/>
                </a:srgbClr>
              </a:gs>
              <a:gs pos="100000">
                <a:srgbClr val="0B0A1F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229600" cy="8252968"/>
          </a:xfrm>
          <a:prstGeom prst="rect">
            <a:avLst/>
          </a:prstGeom>
          <a:gradFill>
            <a:gsLst>
              <a:gs pos="0">
                <a:srgbClr val="0B0A1F">
                  <a:alpha val="92000"/>
                </a:srgbClr>
              </a:gs>
              <a:gs pos="100000">
                <a:srgbClr val="0B0A1F">
                  <a:alpha val="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772918" cy="373380"/>
          </a:xfrm>
          <a:prstGeom prst="roundRect">
            <a:avLst>
              <a:gd name="adj" fmla="val 5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7855F8"/>
                </a:solidFill>
                <a:latin typeface="Manrope"/>
              </a:rPr>
              <a:t>Feliz Día del Padre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6675120" cy="384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Manrope"/>
              </a:rPr>
              <a:t>Para el primer maestro que tuviste: papá.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677408"/>
            <a:ext cx="6675120" cy="1844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Manrope"/>
              </a:rPr>
              <a:t>Hoy lo celebramos a él. El resto del año, la pega de la casa la resolvemos juntos.</a:t>
            </a:r>
          </a:p>
        </p:txBody>
      </p:sp>
      <p:pic>
        <p:nvPicPr>
          <p:cNvPr id="8" name="Picture 7" descr="logo-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9354312"/>
            <a:ext cx="900368" cy="457200"/>
          </a:xfrm>
          <a:prstGeom prst="rect">
            <a:avLst/>
          </a:prstGeom>
        </p:spPr>
      </p:pic>
      <p:pic>
        <p:nvPicPr>
          <p:cNvPr id="9" name="Picture 8" descr="logo-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9354312"/>
            <a:ext cx="900368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